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3C"/>
                </a:solidFill>
              </a:defRPr>
            </a:pPr>
            <a:r>
              <a:t>Modernization POC · example-referral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280160"/>
          <a:ext cx="109728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4023360"/>
              </a:tblGrid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Evidence / value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Source COBOL programs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Copybooks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Generated Python programs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Synthetic cases / matching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256 / 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Unresolved blockers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569"/>
                </a:solidFill>
              </a:defRPr>
            </a:pPr>
            <a:r>
              <a:t>Evidence is source-derived; no mainframe program was executed.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3C"/>
                </a:solidFill>
              </a:defRPr>
            </a:pPr>
            <a:r>
              <a:t>Before → after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280160"/>
          <a:ext cx="109728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4023360"/>
              </a:tblGrid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Evidence / value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BMS screens → React business screens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0 →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Business REST APIs generated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COBOL + copybook code LOC → program Python LOC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39 →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CICS / VSAM / inbound / outbound 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Unknown until evidenced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Target environment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Python / SQLite (non-production)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569"/>
                </a:solidFill>
              </a:defRPr>
            </a:pPr>
            <a:r>
              <a:t>Workbench UI and its control endpoints are excluded from modernized business-screen/API counts. LOC is a size metric, not a parity metric.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3C"/>
                </a:solidFill>
              </a:defRPr>
            </a:pPr>
            <a:r>
              <a:t>Rule verification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280160"/>
          <a:ext cx="109728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4023360"/>
              </a:tblGrid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Evidence / value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Extracted known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SME-confirmed + tested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Known-rule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Unsupported source 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Observed mainframe parity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NOT established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569"/>
                </a:solidFill>
              </a:defRPr>
            </a:pPr>
            <a:r>
              <a:t>The percentage covers extracted known rules only. Unknown/unsupported behavior remains a blocker; passing synthetic tests is not proof of full legacy parity.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3C"/>
                </a:solidFill>
              </a:defRPr>
            </a:pPr>
            <a:r>
              <a:t>Portfolio progress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280160"/>
          <a:ext cx="109728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4023360"/>
              </a:tblGrid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Evidence / value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Production processes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Unique source program versions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Program memberships across processes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Unique copybook versions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Completed without blockers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569"/>
                </a:solidFill>
              </a:defRPr>
            </a:pPr>
            <a:r>
              <a:t>Demonstrations are excluded. Assets are deduplicated by program identity and source hash; membership counts preserve reuse.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33C"/>
                </a:solidFill>
              </a:defRPr>
            </a:pPr>
            <a:r>
              <a:t>Evidence and decisions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280160"/>
          <a:ext cx="109728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4023360"/>
              </a:tblGrid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Evidence / value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Source snapshot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bd0a8f5f1711dc1deff3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SME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One packet / one return per 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Expected vs 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Frozen source IR vs executed 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Open decisions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Completion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92D41"/>
                          </a:solidFill>
                        </a:defRPr>
                      </a:pPr>
                      <a:r>
                        <a:t>Supported POC boundary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65569"/>
                </a:solidFill>
              </a:defRPr>
            </a:pPr>
            <a:r>
              <a:t>See metrics.json, source-analysis.json and each synthetic run for complete hashes, source spans, cases, actual results, differences and unresolved answers.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