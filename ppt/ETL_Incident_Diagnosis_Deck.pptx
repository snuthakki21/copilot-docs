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71E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FFC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WELLS FARGO  ·  L2 SUPPORT AUTOMATION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27432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ETL Incident Diagnosis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914400" y="4206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hours of cross-region debugging to minutes of automated diagnosis.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job failures hit hardest at 2 AM.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run nightly. They fail nightly.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31520" y="260604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EGS DBAs in India are the first responders.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many of our databases sit on SAR-restricted servers  —  accessible only from inside the US.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stalls until US DBAs come online  —  hours later.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engineers get pulled in to coordinate the wait.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50292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534924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hours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731520" y="60807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worst incidents  —  before real debugging even begins.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2011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NIGHTLY FAILURE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12280" y="2606040"/>
            <a:ext cx="0" cy="3200400"/>
          </a:xfrm>
          <a:prstGeom prst="line">
            <a:avLst/>
          </a:prstGeom>
          <a:noFill/>
          <a:ln w="25400">
            <a:solidFill>
              <a:srgbClr val="E5E0D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75120" y="2468880"/>
            <a:ext cx="274320" cy="27432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78040" y="2468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2:00 AM PT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95360" y="2468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fails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675120" y="3108960"/>
            <a:ext cx="274320" cy="27432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78040" y="3108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2:05 AM PT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95360" y="3108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EGS engaged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675120" y="3749040"/>
            <a:ext cx="274320" cy="27432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7804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2:15 AM PT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95360" y="3749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by SAR access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675120" y="4389120"/>
            <a:ext cx="274320" cy="27432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78040" y="4389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AM PT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95360" y="4389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DBAs come online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675120" y="5029200"/>
            <a:ext cx="274320" cy="27432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040" y="5029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 AM PT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595360" y="5029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begins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675120" y="5669280"/>
            <a:ext cx="274320" cy="27432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5669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 PM PT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595360" y="5669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complete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TODAY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tools. Multiple teams. Hours of work.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011680"/>
            <a:ext cx="91440" cy="54864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2103120"/>
            <a:ext cx="365760" cy="36576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20116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0" y="20116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alert. Find the failing Autosys job.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633472"/>
            <a:ext cx="10698480" cy="54864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2633472"/>
            <a:ext cx="91440" cy="54864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5840" y="2724912"/>
            <a:ext cx="365760" cy="36576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2724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54480" y="263347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Autosys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114800" y="263347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up the SSIS package being executed and its parameters.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255264"/>
            <a:ext cx="10698480" cy="54864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255264"/>
            <a:ext cx="91440" cy="54864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5840" y="3346704"/>
            <a:ext cx="365760" cy="36576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3346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54480" y="325526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SSISDB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114800" y="325526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the execution logs for failure details.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1520" y="3877056"/>
            <a:ext cx="10698480" cy="54864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3877056"/>
            <a:ext cx="91440" cy="54864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968496"/>
            <a:ext cx="365760" cy="36576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3968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554480" y="3877056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Studio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114800" y="387705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SSIS package source.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20" y="4498848"/>
            <a:ext cx="10698480" cy="54864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4498848"/>
            <a:ext cx="91440" cy="54864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5840" y="4590288"/>
            <a:ext cx="365760" cy="36576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05840" y="4590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554480" y="449884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internals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114800" y="4498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failing table, stored procedure, or data-flow task.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1520" y="5120640"/>
            <a:ext cx="91440" cy="54864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05840" y="5212080"/>
            <a:ext cx="365760" cy="36576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05840" y="5212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554480" y="5120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debug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4114800" y="51206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Trace, reproduce, document. Then fix.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731520" y="5925312"/>
            <a:ext cx="10698480" cy="457200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" y="5925312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C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every step waits for whoever has access  —  often the US DBAs, hours away.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AUTOMATION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investigation. Five minutes. Available 24/7.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2103120"/>
            <a:ext cx="32004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34440" y="2286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2:00 AM PT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267004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fails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251960" y="2948940"/>
            <a:ext cx="182880" cy="0"/>
          </a:xfrm>
          <a:prstGeom prst="line">
            <a:avLst/>
          </a:prstGeom>
          <a:noFill/>
          <a:ln w="38100">
            <a:solidFill>
              <a:srgbClr val="D71E2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80560" y="2103120"/>
            <a:ext cx="3200400" cy="1691640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2286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C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5 minutes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09160" y="267004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709160" y="3337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systems, in parallel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26680" y="2948940"/>
            <a:ext cx="182880" cy="0"/>
          </a:xfrm>
          <a:prstGeom prst="line">
            <a:avLst/>
          </a:prstGeom>
          <a:noFill/>
          <a:ln w="38100">
            <a:solidFill>
              <a:srgbClr val="D71E2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955280" y="2103120"/>
            <a:ext cx="32004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83880" y="2286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2:05 AM PT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83880" y="267004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emailed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183880" y="3337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 ·  Offshore  ·  US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1500" y="4160520"/>
            <a:ext cx="5440680" cy="9144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1500" y="4160520"/>
            <a:ext cx="91440" cy="9144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5820" y="425196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24 / 7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45820" y="461772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ready regardless of region or shift.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49340" y="4160520"/>
            <a:ext cx="5440680" cy="9144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49340" y="4160520"/>
            <a:ext cx="91440" cy="9144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23660" y="425196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Action-ready offshore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23660" y="461772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EGS gets a usable diagnosis  —  confirms scope, preps the fix without waiting.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71500" y="5212080"/>
            <a:ext cx="5440680" cy="9144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1500" y="5212080"/>
            <a:ext cx="91440" cy="9144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5820" y="530352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escalation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45820" y="566928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DBAs engaged only when SAR-restricted access is truly needed.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49340" y="5212080"/>
            <a:ext cx="5440680" cy="9144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49340" y="5212080"/>
            <a:ext cx="91440" cy="9144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3660" y="530352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accuracy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23660" y="566928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same code, logs, and packages a developer would  —  faster.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diagnosis. Wherever you sit.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544068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2103120"/>
            <a:ext cx="544068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46888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EGS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83464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Frontline coverage 24/7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68680" y="361188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68680" y="388620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by SAR access. Wait until US morning to make progress.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48006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AUTOMATION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8680" y="507492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a usable diagnosis at 2:05 AM. Confirms scope, preps the fix, escalates only what truly requires US access.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2103120"/>
            <a:ext cx="544068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2103120"/>
            <a:ext cx="5440680" cy="164592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0" y="246888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DBAs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0" y="283464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Engaged surgically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583680" y="361188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0" y="388620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Pulled into routine first-pass triage that often could have been done elsewhere.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0" y="48006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AUTOMATION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0" y="507492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Engaged only for tasks that genuinely require SAR-restricted access. No more 5 AM wake-ups for routine triage.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 in practice.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5440680" cy="178308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194560"/>
            <a:ext cx="164592" cy="1783080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hours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914400" y="324612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on worst-case incidents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56616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debugging today even begins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2194560"/>
            <a:ext cx="5440680" cy="178308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72200" y="2194560"/>
            <a:ext cx="164592" cy="1783080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37960" y="237744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537960" y="324612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to diagnosis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37960" y="356616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hours of cross-region waits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5440680" cy="178308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160520"/>
            <a:ext cx="164592" cy="1783080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34340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7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914400" y="52120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availability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53212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regardless of region or shift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72200" y="4160520"/>
            <a:ext cx="5440680" cy="178308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72200" y="4160520"/>
            <a:ext cx="164592" cy="1783080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434340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6537960" y="52120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escalation, not blanket triage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37960" y="553212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DBAs engaged only when truly needed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SAFEGUARDS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a regulated environment.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25780" y="2194560"/>
            <a:ext cx="5440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5820" y="2514600"/>
            <a:ext cx="502920" cy="50292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582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485900" y="25146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 the loop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85900" y="306324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recommends. Engineers verify and act. No automated remediation in production.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95060" y="2194560"/>
            <a:ext cx="5440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15100" y="2514600"/>
            <a:ext cx="502920" cy="50292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510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155180" y="25146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access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155180" y="306324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can examine logs, code, and incidents  —  but cannot modify production data or restart jobs.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25780" y="4251960"/>
            <a:ext cx="5440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5820" y="4572000"/>
            <a:ext cx="502920" cy="50292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58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485900" y="45720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on every call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85900" y="512064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diagnosis carries a confidence score. Low-confidence cases are visibly flagged for closer review.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95060" y="4251960"/>
            <a:ext cx="5440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15100" y="4572000"/>
            <a:ext cx="502920" cy="50292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1510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155180" y="45720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before promoted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155180" y="512064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versions run silently against real traffic and are scored before any change is made live.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small. Prove value. Expand.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2194560"/>
            <a:ext cx="3657600" cy="36576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514600"/>
            <a:ext cx="1463040" cy="365760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→ Q3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40080" y="397764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diagnosis emailed to engineers within 10 minutes. No automated changes to production.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69080" y="4023360"/>
            <a:ext cx="137160" cy="0"/>
          </a:xfrm>
          <a:prstGeom prst="line">
            <a:avLst/>
          </a:prstGeom>
          <a:noFill/>
          <a:ln w="31750">
            <a:solidFill>
              <a:srgbClr val="D71E2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251960" y="2194560"/>
            <a:ext cx="3657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2514600"/>
            <a:ext cx="1463040" cy="365760"/>
          </a:xfrm>
          <a:prstGeom prst="rect">
            <a:avLst/>
          </a:prstGeom>
          <a:solidFill>
            <a:srgbClr val="8A8A8A"/>
          </a:solidFill>
          <a:ln w="12700">
            <a:solidFill>
              <a:srgbClr val="8A8A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6280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8076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26280" y="31089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526280" y="397764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engineer feedback to keep improving accuracy. Expand coverage to additional job types.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55280" y="4023360"/>
            <a:ext cx="137160" cy="0"/>
          </a:xfrm>
          <a:prstGeom prst="line">
            <a:avLst/>
          </a:prstGeom>
          <a:noFill/>
          <a:ln w="31750">
            <a:solidFill>
              <a:srgbClr val="D71E2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138160" y="2194560"/>
            <a:ext cx="3657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0" y="2514600"/>
            <a:ext cx="1463040" cy="365760"/>
          </a:xfrm>
          <a:prstGeom prst="rect">
            <a:avLst/>
          </a:prstGeom>
          <a:solidFill>
            <a:srgbClr val="8A8A8A"/>
          </a:solidFill>
          <a:ln w="12700">
            <a:solidFill>
              <a:srgbClr val="8A8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96696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year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412480" y="31089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 Fixes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8412480" y="397764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confidence is high, suggest the actual code change. Engineer still approves and merges.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71E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FFC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approvals to start the pilot.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22960" y="3200400"/>
            <a:ext cx="594360" cy="59436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200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31546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to proceed with the pilot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645920" y="3566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8–12 week build, then shadow operation before any emails go to engineers.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4114800"/>
            <a:ext cx="594360" cy="59436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114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40690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 Management engagement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645920" y="4480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review so we land on agreed safeguards before launch.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5029200"/>
            <a:ext cx="594360" cy="59436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029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45920" y="49834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database access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645920" y="5394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scoped, read-only service account so the system can examine execution logs.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6309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FFC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Wells Fargo  ·  L2 Support Automation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ETL Incident Diagnosis</dc:title>
  <dc:subject>PptxGenJS Presentation</dc:subject>
  <dc:creator>L2 Support Automation</dc:creator>
  <cp:lastModifiedBy>L2 Support Automation</cp:lastModifiedBy>
  <cp:revision>1</cp:revision>
  <dcterms:created xsi:type="dcterms:W3CDTF">2026-04-28T16:01:33Z</dcterms:created>
  <dcterms:modified xsi:type="dcterms:W3CDTF">2026-04-28T16:01:33Z</dcterms:modified>
</cp:coreProperties>
</file>