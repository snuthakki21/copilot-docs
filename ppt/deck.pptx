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BUSINESS REVIEW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Title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 or tagline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  · 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Background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 and Metrics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and Mitigations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Metrics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Year-to-date performance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1920240" cy="2194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554480"/>
            <a:ext cx="1920240" cy="12070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94%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74320" y="2779776"/>
            <a:ext cx="192024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77440" y="1463040"/>
            <a:ext cx="1920240" cy="2194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77440" y="1554480"/>
            <a:ext cx="1920240" cy="12070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$2.4M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2377440" y="2779776"/>
            <a:ext cx="192024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Generated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80560" y="1463040"/>
            <a:ext cx="1920240" cy="21945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80560" y="1554480"/>
            <a:ext cx="1920240" cy="12070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4480560" y="2779776"/>
            <a:ext cx="192024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Delivered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1463040"/>
            <a:ext cx="1920240" cy="2194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1554480"/>
            <a:ext cx="1920240" cy="12070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3.2x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6583680" y="2779776"/>
            <a:ext cx="192024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Findings &amp;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key observations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4206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 cost decreased 18% YoY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on digital channels up 42%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 volume reduced by 30%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velocity increased across all squads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54880" y="1463040"/>
            <a:ext cx="402336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92040" y="14630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Performing Region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 · +68% growth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2606040"/>
            <a:ext cx="402336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26060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of the Quarter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v3 · 4,200 users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3749040"/>
            <a:ext cx="4023360" cy="10058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37490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to Watch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contract renewal · Q3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Status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 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Redesign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Alex Kim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Migration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 Rivera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Integration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Jordan Lee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Audit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Taylor Moss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54864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23444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Accelerate platform rollout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Q3 release to capture market window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377440"/>
            <a:ext cx="54864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37744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42316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Increase support capacity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2 additional engineers before Q3 peak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3566160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566160"/>
            <a:ext cx="54864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566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61188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Renegotiate vendor contract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renewal discussions now to avoid Q3 disruption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discuss next steps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  ·  April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subject>PptxGenJS Presentation</dc:subject>
  <dc:creator>Your Name</dc:creator>
  <cp:lastModifiedBy>Your Name</cp:lastModifiedBy>
  <cp:revision>1</cp:revision>
  <dcterms:created xsi:type="dcterms:W3CDTF">2026-04-14T03:49:07Z</dcterms:created>
  <dcterms:modified xsi:type="dcterms:W3CDTF">2026-04-14T03:49:07Z</dcterms:modified>
</cp:coreProperties>
</file>